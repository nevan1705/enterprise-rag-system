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ENTERPRISE QUALITY ASSURANCE &amp; KNOWLEDGE PLATFORM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Enterprise RAG System v3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Technical Architecture, StarUML Design Models, Multi-Batch QA Automation &amp; Full Code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98755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PROJECT METADATA &amp; SPECIFICATION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Author: Enterprise AI Engineering Team       |       Date: 2026-08-28       |       Version: 3.0.0 Enterprise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Core Stack: FastAPI | Celery &amp; Redis | FAISS Vector Store | SentenceTransformers | Groq LPU | Streamlit | StarUML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Project Overview &amp; Executive Architecture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Enterprise Problem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Complex PRD &amp; technical documents require hours of manual QA analysis.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Traditional QA test generation lacks consistency, boundary coverage, and structured formatting.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Manual ingestion of large PDFs and DOCX files blocks API execution with long latencies.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Fragile LLM integrations break during cloud rate limits (HTTP 429) or timeouts.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RAG System v3 Solution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Decoupled asynchronous ingestion worker with Celery &amp; Redis for zero API blocking.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Persistent L2-normalized FAISS vector store with instant atomic index rebuild on deletion.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Multi-Batch QA Generation Engine partitioning test creation across 4 dedicated scenarios.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Enterprise OpenPyXL engine exporting professional, wrapped, and styled Excel workbooks.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Key Innovations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Zero-Hallucination Guardrails: Strict system prompt enforces context-only answering.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Resilient Multi-Tier LLM: Groq LPU primary with automatic LlamaIndex failover.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SHA-256 Deduplication: Eliminates duplicate chunking and vector store bloat.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End-to-End StarUML Modeling: Complete Use Case and Class Diagram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Multi-Tier Decoupled System Architecture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Design: UML Use Case Diagram (StarUML Specification)</a:t>
            </a:r>
          </a:p>
        </p:txBody>
      </p:sp>
      <p:pic>
        <p:nvPicPr>
          <p:cNvPr id="3" name="Picture 2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Design: UML Class Diagram (StarUML Specification)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Asynchronous Document Ingestion &amp; Chunking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File Intake &amp; Hash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Upload endpoints support PDF and DOCX files.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SHA-256 byte digest generated immediately.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Duplicate hash check prevents reprocessing identical files.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Dispatches async task to Celery queue with unique doc_id.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2. Text Extraction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pypdf extracts text across all pages with error tolerance.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python-docx parses document paragraphs and headers.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Reports real-time 10% progress state back to Redis.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Handles multi-megabyte enterprise documents effortlessly.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3. Recursive Chunking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Chunk size: 500 characters with 100 char overlap.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Separators: [\n\n, \n, . , ' ', ''] maintain semantic coherence.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Embeds rich metadata: source, doc_id, file_hash, chunk_id.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Reports 30% progress step to worker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Vector Indexing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SentenceTransformer all-MiniLM-L6-v2 produces 384-dim vectors.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Applies L2-normalisation for fast inner-product cosine search.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Appends to FAISS index with thread-safe RLock sync.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Reports 80% -&gt; 100% completion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Vector Store &amp; Semantic Retrieval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FAISS Index &amp; Atomic Rebuild Mechanics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L2 Normalisation: Vectors normalized to unit length; inner product FAISS search exactly equals cosine similarity.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Persistent Storage: State serialized to index.faiss and index.pkl with atomic temporary file swapping.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Atomic Deletion Rebuilding: FAISS lacks native row deletion; our store filters memory state and triggers an atomic index rebuild.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Zero Downtime: API continues serving queries safely with RLock read-after-write consistency.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Deduplication Set: Maintains in-memory set of file hashes and indexed doc_ids for O(1) query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Smart Context Retrieval &amp; Isolation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Top-K Retrieval: Configurable chunk retrieval (default k=5) tailored for semantic precision.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Document Isolation: Optional isolate_top_doc mode restricts context to the highest-scoring single document for QA purity.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Similarity Thresholding: Filters out low-relevance noise with similarity_threshold=0.35 in test case workflows.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Context Prompt Synthesis: Formats chunks with clean headers [Chunk N | source=... | doc_id=...] for LLM attribution.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Strict Grounding: Enforces zero-hallucination policy when retrieved context is empty.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Multi-Batch QA Test Case Generation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Multi-Batch Categorization Strategy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Problem: Single-prompt generation hits LLM token limits and produces incomplete, shallow test suites.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Innovation: System partitions generation into 4 dedicated, focused scenario batches: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 1. Functional Happy Path Scenarios (Core workflows)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 2. Negative and Error Handling Scenarios (Validation, 4xx/5xx)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 3. Edge and Boundary Scenarios (Min/max, overflow, limits)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 4. Security, Auth, &amp; Concurrency Scenarios (RBAC, race conditions)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Result: Produces 15-20 exhaustive, production-grade test cases per requirement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Schema Enforcement &amp; Professional Export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Pydantic Validation: Each test case is validated against TestCaseItem schema (ID, Req ID, Scenario, Steps, Data, Expected Result).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JSON Self-Healing: Robust parser strips markdown fences, repairs truncated brackets, and handles malformed responses.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Sequential ID Normalization: Auto-assigns TC_001 to TC_NNN for requirement traceability.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OpenPyXL Styling Engine: Auto-generates branded Excel workbook (.xlsx) with bold headers, custom widths, and wrapped cells.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Secure Download URL: Directly downloadable via REST endpoint /query/downloads/{filename}.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Implementation Code: Vector Store &amp; Atomic FAISS Rebuild</a:t>
            </a:r>
          </a:p>
        </p:txBody>
      </p:sp>
      <p:pic>
        <p:nvPicPr>
          <p:cNvPr id="3" name="Picture 2" descr="code_vector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Implementation Code: Multi-Batch QA Test Case Engine</a:t>
            </a:r>
          </a:p>
        </p:txBody>
      </p:sp>
      <p:pic>
        <p:nvPicPr>
          <p:cNvPr id="3" name="Picture 2" descr="code_testcase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Implementation Code: Multi-Tier LLM Resilience &amp; Fallback</a:t>
            </a:r>
          </a:p>
        </p:txBody>
      </p:sp>
      <p:pic>
        <p:nvPicPr>
          <p:cNvPr id="3" name="Picture 2" descr="code_llm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Distributed Asynchronous Ingestion (Celery &amp; Redis)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Celery Worker Architecture &amp; Concurrency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Decoupled Task Processing: Heavy extraction and embedding workloads offloaded to Celery background workers.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Redis Broker: High-throughput message broker coordinates task queue and state distribution.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Extended Task Metadata: Task state configured with result_extended=True and task_track_started=True.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Automatic Fault Recovery: Tasks automatically retry up to 3 times (max_retries=3, delay=5s) on transient I/O exceptions.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Temp File Lifecycle: Secure temporary file storage automatically cleans up after successful ingestion.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Real-Time Progress Tracking Lifecycle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Stage 1 (10%): Text extraction started from source file.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Stage 2 (30%): Recursive text chunking and metadata attachment.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Stage 3 (50%): MiniLM 384-dimensional vector embedding generation.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Stage 4 (80%): Indexing embeddings into FAISS and updating state.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Stage 5 (100%): Ingestion complete; task status switches to SUCCESS.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Frontend Auto-Polling: Streamlit poller queries GET /upload/status/{task_id} every 1.5s to render smooth UI progress bars.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Frontend Architecture &amp; Interactive User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Document Management Tab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Multi-file drag-and-drop uploader supporting PDF &amp; DOCX.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Real-time task monitor with dynamic progress bars and step badges.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Indexed documents inventory with chunk counts.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One-click document deletion with confirmation dialog and index rebuild.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Interactive Chat &amp; QA Tab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Conversational AI interface with chat session history.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Document filter dropdown to scope queries to single documents.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Source attribution cards displaying source filenames and chunk citations.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1-Click 'Generate Test Cases' button triggering automated QA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Export &amp; Observability Tab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Direct download widget for generated Excel test cases (.xlsx).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Chat transcript export in both structured JSON and formatted TXT.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Live system observability: Redis connection, FAISS status, active LLM.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Dark-mode enterprise design system with custom CSS tokens.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System Observability, Diagnostics &amp; Health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Automated Health Check Diagnostics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GET /health Endpoint: Performs real-time multi-component inspection.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Redis Broker Ping: Checks Redis latency and socket connectivity (socket_timeout=2s).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FAISS Index Verification: Verifies existence and chunk count in vector store.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LLM Provider Probe: Confirms Groq API keys and checks LlamaIndex fallback availability.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Health Status Logic: Returns 'healthy' if Redis and vector store are operational, otherwise 'degraded'.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Comprehensive Logging &amp; Traceability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Centralized Logger: Structured format (timestamp | level | module | message).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Dual Stream Output: Logs simultaneously to console (INFO) and logs/rag_system.log (DEBUG).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Session Persistence: Thread-safe JSON chat store (sessions.json) with RLock.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Detailed Query Metrics: Logs LLM provider, latency (ms), retries, and fallback activation.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Error Transparency: Clear HTTP status codes (400, 404, 500) with detailed error envelopes.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ENTERPRISE RAG SYSTEM V3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Summary of Technical Achievements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Key Technical Accomplishments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Enterprise QA Automation: Multi-batch scenario engine generates complete, styled test suites from raw requirements in seconds.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Zero-Blocking Architecture: Async Celery/Redis pipeline prevents UI freezes during heavy document ingestion.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Mission-Critical Resilience: Multi-tier LLM architecture with Groq LPU primary and LlamaIndex fallback.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Thread-Safe Vector Engine: Persistent FAISS storage with atomic deletion rebuilds and SHA256 deduplication.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StarUML Standardized Design: Complete Use Case and Class diagrams matching industry UML specifications.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Future Roadmap &amp; Enhancements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Hybrid Search with BM25: Combine dense vector embeddings with sparse keyword search (BM25) for enhanced precision.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Cross-Encoder Re-Ranking: Add a re-ranking stage (e.g., Cohere or BGE-Reranker) before prompt synthesis.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Jira &amp; Azure DevOps Integration: Directly publish generated test cases into enterprise QA management systems.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Multi-Modal Document Parsing: Support OCR for scanned diagrams, architectural blueprints, and flowcharts.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Distributed Vector Cluster: Scale from local FAISS index to distributed Milvus/Qdrant clusters for multi-tenant SaaS.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